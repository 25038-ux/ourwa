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Patrimo, l'application que j'ai développée pour le mini-projet : une application web de gestion et de suivi des matériels administratifs.
La fiche à droite résume l'idée : pour chaque équipement, on veut savoir où il est, dans quel état, et tout ce qui lui est arrivé. C'est exactement ce que fait une fiche d'inventaire papier — j'ai voulu en faire la version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 une administration a des ordinateurs, des imprimantes, du mobilier, des climatiseurs… répartis dans ses directions.
Le responsable des inventaires doit pouvoir répondre à trois questions à tout moment. Première question : où est le matériel ? Deuxième : dans quel état ? Troisième : quel est son historique ?
Le sujet insiste sur un point : ce n'est pas une gestion de stock (des quantités), c'est le suivi du cycle de vie de chaque équipement, identifié par un numéro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coder, j'ai dessiné ce cycle de vie. Il y a deux dimensions indépendantes.
En haut, la localisation : le matériel est reçu, il entre au magasin central, il est affecté à une direction, puis il peut être transféré d'une direction à une autre — mais seulement avec la validation des deux responsables.
En bas, l'état : en service, en panne, en réparation, puis retour en service. Si ce n'est pas réparable, on le réforme : c'est définitif.
Chaque flèche de ce schéma correspond à une ligne dans la table des mouvements. C'est ce qui donne l'historique.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tableau reprend les fonctionnalités attendues dans le sujet, dans le même ordre, et montre comment chacune est traitée et dans quelle page.
Tout est couvert. J'ai ajouté quelques éléments qui n'étaient pas demandés mais qui se sont imposés en travaillant : la gestion des comptes, l'export CSV, le code-barres imprimable et la version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respecté exactement la pile du sujet : PHP, MySQL, HTML5 et CSS3, JavaScript.
Je n'ai utilisé aucune bibliothèque : pas de Bootstrap, pas de jQuery, pas de framework PHP. C'était un choix : je voulais pouvoir expliquer chaque ligne du projet.
Quelques chiffres : environ 2 300 lignes de PHP réparties en 11 pages et 6 fichiers communs, 6 tables MySQL, une seule feuille de style d'un peu plus de 700 lignes, et environ 220 lignes de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schéma de la base. Au centre, la table materiels, avec les champs demandés par le sujet.
À gauche, les référentiels : categories et directions. Les utilisateurs sont rattachés à une direction : c'est ce qui définit le responsable d'inventaire de chaque direction.
À droite, les deux tables qui font vivre le matériel : mouvements, qui est l'historique, et transferts, qui stocke les demandes et les deux validations.
Les contraintes protègent les données : on ne peut pas supprimer une direction qui possède encore du matériel, le numéro d'inventaire est unique, et l'historique suit le matériel.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simplement : une page PHP par écran, et un dossier includes pour tout ce qui est partagé.
Quand on ouvre une page, par exemple la fiche d'un matériel : on vérifie d'abord la session et le rôle. S'il y a un formulaire envoyé, on vérifie le jeton CSRF puis on applique les règles métier. Ensuite on lit la base avec des requêtes préparées, et on affiche la page entre l'en-tête et le pied communs. Enfin le JavaScript ajoute les validations et le code-barres.
Cette séparation m'a évité de répéter le menu, la connexion à la base ou la vérification des droits dans chaque fichier.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règle la plus importante du sujet : un transfert doit être validé par les responsables d'inventaire.
Exemple réel de la démo : l'imprimante IMP-2024-0001 doit partir de la DRH vers le Service du Courrier. La responsable de la DRH fait la demande ; comme c'est elle qui demande, sa validation côté départ est automatique.
Pendant l'attente, l'imprimante reste à la DRH. Le responsable du SCA la voit dans ses transferts à valider ; il peut valider ou refuser en donnant une raison.
Quand les deux validations sont là, la direction du matériel change et un mouvement est ajouté à l'historique, dans une seule transaction.
J'ai aussi prévu des garde-fous : pas de transfert d'un matériel réformé, une seule demande à la fois, et si le matériel a changé de situation entre-temps, la demande est annulée.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 page d'accueil après connexion.
Un : le registre des chiffres clés demandés par le sujet — le total, les matériels en service, en panne, en réparation et réformés. Chaque case est cliquable et ouvre la liste filtrée.
Deux : la répartition par direction, en barres empilées par état. Elles sont faites en CSS pur, sans bibliothèque de graphiques.
Trois : ce qui demande une action — les transferts qui attendent une validation, et les pannes, de la plus ancienne à la plus récente.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d'un matériel reprend l'idée de la plaque d'inventaire.
Le numéro est en gros, avec un vrai code-barres Code 39 : je l'ai codé en JavaScript à partir de la table de la norme, donc une douchette de lecture peut le scanner. Le bouton « Imprimer l'étiquette » n'imprime que cette plaque, au format d'une étiquette.
L'état est affiché comme un tampon. Et à droite, l'historique complet : ici l'imprimante a été affectée à la DAF, est tombée en panne deux fois, a été réparée, puis transférée.
Les actions (changer l'état, demander un transfert) n'apparaissent que si l'utilisateur est responsable de la direction du matériel — et c'est revérifié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gauche, la recherche. Le sujet demande de chercher par numéro d'inventaire, désignation ou direction ; j'ai ajouté la marque et le numéro de série. Ici je tape « imprimante » et j'obtiens toutes les imprimantes, avec leur direction et leur état. On peut combiner avec des filtres par direction, catégorie et état. La touche « / » place le curseur dans la recherche.
À droite, l'historique complet des mouvements, regroupé par mois. On peut filtrer par type, par direction et par période, et exporter le résultat en CSV pour l'ouvrir dans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L'inventaire se fait souvent en marchant de bureau en bureau, donc l'application s'adapte au téléphone : le menu se replie et les fiches passent sur une colonne.
Pour les formulaires, le JavaScript vérifie les champs avant l'envoi et affiche le message sous le champ concerné. Le numéro d'inventaire est proposé automatiquement : on choisit la catégorie et la date, et il calcule le prochain numéro libre, par exemple INF-2026-0004.
Les mêmes vérifications sont refaites en PHP : le JavaScript est là pour le confort, pas pour la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 design, je suis parti d'un objet réel : le registre d'inventaire papier, avec sa couverture verte, ses pages crème et ses tampons.
Les couleurs viennent de là. Les titres sont dans une police à empattements, le texte dans Public Sans — la police créée pour les sites de l'administration américaine — et les numéros dans une police à chasse fixe, comme tapés à la machine, pour que les chiffres s'alignent.
Les numéros d'inventaire ont la forme d'une étiquette avec son œillet, et les états sont des tampons. Chaque couleur a un sens : vert pour en service, rouge pour en panne, ambre pour en réparation, gris pour réformé.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pour un mini-projet, une application de gestion doit être protégée.
Toutes les requêtes SQL sont préparées avec PDO, donc pas d'injection SQL. Les mots de passe sont hachés avec password_hash. Chaque formulaire porte un jeton CSRF. Tout ce qui est affiché est échappé, contre le XSS. Les droits sont vérifiés côté serveur, pas seulement en cachant des boutons. Et après cinq mots de passe faux, la connexion est bloquée cinq minutes.
Pour les tests, j'ai écrit 25 scénarios qui parcourent toute l'application dans un navigateur : création, doublon refusé, changement d'état, transfert complet, refus, suppression, export, déconnexion. Les 25 passent, sans aucun avertissement PHP, y compris avec MySQL en mode 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voulais aussi parler des difficultés, parce que c'est là que j'ai le plus appris.
Un : en concevant les formulaires, j'ai vu que si l'état et la direction étaient modifiables dans le formulaire de modification, on pourrait contourner l'historique. Ces champs n'y sont donc pas : on ne peut les changer que par une action qui écrit dans l'historique.
Deux : que se passe-t-il si un matériel est réformé pendant qu'un transfert est en attente ? J'ai ajouté une vérification au moment de la dernière validation, qui annule la demande.
Trois : mes requêtes de comptage marchaient chez moi mais pas avec MySQL en mode strict, à cause du GROUP BY. J'ai corrigé en listant toutes les colonnes.
Quatre : la génération du fichier CSV en PHP 8.4 affichait des avertissements dans le fichier ; il fallait préciser un paramètre de fputcsv.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bilan : ce projet m'a appris à partir d'un besoin réel, à le traduire en base de données, puis en écrans.
J'ai surtout compris l'importance des contraintes : les clés étrangères et les transactions protègent les données mieux que n'importe quel contrôle dans l'interface. Et j'ai appris à tester chaque parcours avant de le montrer.
Pour la suite, plusieurs pistes : scanner le code-barres avec la caméra du téléphone pendant l'inventaire, joindre le PV de réforme en PDF, prévenir les responsables par e-mail quand un transfert les attend, et calculer l'amortissement pour la comptabilité.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m'avoir écouté. Je vais maintenant faire une courte démonstration en direct : je me connecte comme responsable du patrimoine, j'enregistre un matériel, je change son état, puis je me connecte comme responsable de la DAF pour valider un transfert. Ensuite je réponds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s-png/diapo-01-sans-nom.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1828754" y="4432919"/>
            <a:ext cx="4114800" cy="294107"/>
          </a:xfrm>
          <a:prstGeom prst="rect">
            <a:avLst/>
          </a:prstGeom>
          <a:noFill/>
          <a:ln/>
        </p:spPr>
        <p:txBody>
          <a:bodyPr wrap="square" lIns="0" tIns="0" rIns="0" bIns="0" rtlCol="0" anchor="ctr"/>
          <a:lstStyle/>
          <a:p>
            <a:pPr indent="0" marL="0">
              <a:buNone/>
            </a:pPr>
            <a:r>
              <a:rPr lang="en-US" sz="1200" dirty="0">
                <a:solidFill>
                  <a:srgbClr val="F1ECDD"/>
                </a:solidFill>
                <a:latin typeface="Arial" pitchFamily="34" charset="0"/>
                <a:ea typeface="Arial" pitchFamily="34" charset="-122"/>
                <a:cs typeface="Arial" pitchFamily="34" charset="-120"/>
              </a:rPr>
              <a:t>Prénom NOM</a:t>
            </a:r>
            <a:endParaRPr lang="en-US" sz="1200" dirty="0"/>
          </a:p>
        </p:txBody>
      </p:sp>
      <p:sp>
        <p:nvSpPr>
          <p:cNvPr id="4" name="Text 1"/>
          <p:cNvSpPr txBox="1"/>
          <p:nvPr/>
        </p:nvSpPr>
        <p:spPr>
          <a:xfrm>
            <a:off x="1828754" y="4730071"/>
            <a:ext cx="4114800" cy="294107"/>
          </a:xfrm>
          <a:prstGeom prst="rect">
            <a:avLst/>
          </a:prstGeom>
          <a:noFill/>
          <a:ln/>
        </p:spPr>
        <p:txBody>
          <a:bodyPr wrap="square" lIns="0" tIns="0" rIns="0" bIns="0" rtlCol="0" anchor="ctr"/>
          <a:lstStyle/>
          <a:p>
            <a:pPr indent="0" marL="0">
              <a:buNone/>
            </a:pPr>
            <a:r>
              <a:rPr lang="en-US" sz="1200" dirty="0">
                <a:solidFill>
                  <a:srgbClr val="F1ECDD"/>
                </a:solidFill>
                <a:latin typeface="Arial" pitchFamily="34" charset="0"/>
                <a:ea typeface="Arial" pitchFamily="34" charset="-122"/>
                <a:cs typeface="Arial" pitchFamily="34" charset="-120"/>
              </a:rPr>
              <a:t>M. / Mme NOM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s-png/diapo-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s-png/diapo-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s-png/diapo-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s-png/diapo-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s-png/diapo-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s-png/diapo-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s-png/diapo-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s-png/diapo-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s-png/diapo-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s-png/diapo-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lides-png/diapo-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slides-png/diapo-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slides-png/diapo-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lides-png/diapo-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slides-png/diapo-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slides-png/diapo-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Patrimo — soutenance</dc:title>
  <dc:subject>PptxGenJS Presentation</dc:subject>
  <dc:creator>PptxGenJS</dc:creator>
  <cp:lastModifiedBy>PptxGenJS</cp:lastModifiedBy>
  <cp:revision>1</cp:revision>
  <dcterms:created xsi:type="dcterms:W3CDTF">2026-09-26T20:18:51Z</dcterms:created>
  <dcterms:modified xsi:type="dcterms:W3CDTF">2026-09-26T20:18:51Z</dcterms:modified>
</cp:coreProperties>
</file>